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wenxin/llm-d-stacks/proposal-export/slide-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wenxin/llm-d-stacks/proposal-export/slide-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wenxin/llm-d-stacks/proposal-export/slide-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wenxin/llm-d-stacks/proposal-export/slide-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wenxin/llm-d-stacks/proposal-export/slide-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wenxin/llm-d-stacks/proposal-export/slide-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llm-d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llm-d-lens Community Proposal</dc:title>
  <dc:subject>llm-d-lens Community Proposal</dc:subject>
  <dc:creator>llm-d-lens</dc:creator>
  <cp:lastModifiedBy>llm-d-lens</cp:lastModifiedBy>
  <cp:revision>1</cp:revision>
  <dcterms:created xsi:type="dcterms:W3CDTF">2026-09-15T10:41:20Z</dcterms:created>
  <dcterms:modified xsi:type="dcterms:W3CDTF">2026-09-15T10:41:20Z</dcterms:modified>
</cp:coreProperties>
</file>